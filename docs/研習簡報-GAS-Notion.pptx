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開場:今天分享的是一套我自己做的筆記系統,長得像 Notion,但整套跑在大家都有的 Google 帳號裡,完全免費。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重點講資料主權與免費。提到學校裡大家都有 Google 帳號,不用另外辦帳號這件事對推廣很重要。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切到瀏覽器現場示範:建頁、打字、插表格、拖曳頁面。這頁只是讓大家等下有個框架。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強調零維運與零成本:沒有伺服器、沒有資料庫要管,Google 幫你顧。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每一項都現場點一下。版本還原值得特別演示——老師最怕改壞東西。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表格樣式與 YouTube 內嵌現場示範最有感。[[連結]] 對做課程知識庫的老師是亮點。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Classroom 公告與每日自動頁是教學現場的殺手級應用,多留時間。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示範摘要跟提問。誠實講免費層的資料使用政策,老師會欣賞這個透明度。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現場開一條分享連結,用手機(不登入)打開給大家看,說服力最強。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老師最在意「東西會不會不見」,這頁要講得慢而穩。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研習後把專案連結與安裝說明發給有興趣的同仁。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方案的「資料各自私有」一定要講清楚,老師會擔心筆記被別人看到。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先講限制再開放提問,能擋掉大部分質疑。共編需求直接推 Google 文件,不硬撐。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QR code 或短網址位置給實際分享頁。收尾:這套系統證明,用學校現有的 Google 資源就能做出貼身的工具。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-1005840"/>
            <a:ext cx="3108960" cy="3108960"/>
          </a:xfrm>
          <a:prstGeom prst="ellipse">
            <a:avLst/>
          </a:prstGeom>
          <a:solidFill>
            <a:srgbClr val="046A7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79476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自己打造的校園版 Notion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Google Apps Script 免費自建筆記系統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教師研習分享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為什麼不直接用 Notion?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4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435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資料在自己手上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筆記存在自己的 Google 試算表與雲端硬碟,不怕服務漲價、改版或收攤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4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435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完全免費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 Google 帳號就能跑,沒有人數費、頁數費、訂閱費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4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跟學校生態綁在一起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Gmail、日曆、Classroom——學校本來就在用的服務直接打通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70048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想要什麼就加什麼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今天看到的每個功能,都是照實際需求一個一個長出來的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Notion 很好,但資料住在別人家;這一套小而美,資料住在你家。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成品長什麼樣?(等一下現場操作)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左側|頁面樹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無限層級、拖曳整理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全文搜尋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回收桶(保留 30 天)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中間|編輯區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打「/」插入各種區塊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停筆 2 秒自動儲存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打「[[」串連其他筆記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右上|工具列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匯出、版本紀錄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助手、Google 整合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一鍵公開分享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這一頁是地圖,實際長相以現場 Demo 為準。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它是怎麼運作的?(給非工程師的版本)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E8F4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727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入口網址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像店面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打開瀏覽器就能用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也可以嵌進 Google Sites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98648" y="2148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5727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Apps 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20116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像大腦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所有功能在這裡執行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提供、免費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61888" y="2148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629400" y="1371600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E8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5727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試算表+雲端硬碟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20116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像檔案櫃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每一頁筆記的家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就在你自己的帳號裡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一句話:整套系統都住在你的 Google 帳號裡,不用租主機、不用資訊組維運。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069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區塊式編輯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11880" y="10698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打「/」選標題、清單、待辦、引用、程式碼、分隔線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無限層級頁面樹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1938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拖曳排序;拖到別頁中間就變成子頁面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807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全文搜尋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807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標題和內文一起搜,幾百頁也秒回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自動儲存與版本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3675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停筆 2 秒自動存;每頁保留 10 個版本,可命名、可還原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不只純文字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07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六種配色樣式、緊湊模式,欄位多會自動出現捲軸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07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727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直接上傳,檔案存進自己的雲端硬碟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32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雲端硬碟檔案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98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像檔案總管一樣逐層瀏覽、插入,點卡片直達檔案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42316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532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898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貼上網址,影片直接內嵌在筆記裡播放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41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[[頁面連結]]  </a:t>
            </a:r>
            <a:pPr indent="0" marL="0">
              <a:buNone/>
            </a:pPr>
            <a:r>
              <a:rPr lang="en-US" sz="14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打「[[」就能把筆記彼此串起來,點一下直接跳頁——像自己的維基百科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Google 服務直接打通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307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Gmail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4088" y="1709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整頁筆記一鍵寄出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38728" y="1307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8728" y="1709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今日行程自動帶進筆記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73368" y="1307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1709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待辦清單雙向同步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" y="2816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文件/簡報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" y="3218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一鍵匯出成 Docs、Slides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6517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38728" y="2816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Classroom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728" y="3218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筆記內容直接公告到課程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6517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73368" y="2816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每日自動頁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73368" y="3218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每天早上自動開好今日筆記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這些都是 Notion 做不到、或要付費外掛才有的校園場景。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 AI 助手(Google Gemini)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06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摘要此頁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1064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長筆記一鍵變條列重點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56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接著寫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1856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卡住時讓 AI 順著你的內容續寫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針對內容提問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2606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「這頁裡面提到的日期是哪天?」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355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整頁翻譯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33558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中、英、日互翻,保留筆記格式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8F4F5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三件事先知道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7830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金鑰免費申請,貼一次就好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模型可自選,清單即時更新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免費版資料會給 Google 處理,放個人筆記前要知情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一頁筆記,變成一個公開網頁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按「分享」→ 得到一條連結 → 傳給任何人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對方不用 Google 帳號、不用登入,點開就能讀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唯讀:你繼續編輯,對方永遠看到最新版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可以只分享一頁,也可以整組含目錄(像一個小網站)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隨時取消,連結立刻失效;連結是亂數,猜不到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73736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E8F4F5"/>
          </a:solidFill>
          <a:ln/>
        </p:spPr>
      </p:sp>
      <p:sp>
        <p:nvSpPr>
          <p:cNvPr id="6" name="Text 4"/>
          <p:cNvSpPr/>
          <p:nvPr/>
        </p:nvSpPr>
        <p:spPr>
          <a:xfrm>
            <a:off x="608076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用在哪?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80760" y="23774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發講義、學習單連結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班級/社團公告頁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研習資料整包分享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資料安全:四道保險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60020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回收桶保留期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誤刪可整組還原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24328" y="13258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24328" y="160020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版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61488" y="24688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每頁版本紀錄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可命名、可還原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5736" y="13258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45736" y="160020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鍵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82896" y="24688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整站打包下載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所有頁面變 zip 帶走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67144" y="13258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67144" y="160020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004304" y="24688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自動備份到雲端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保留最近 8 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加上資料本來就存在自己的 Google 帳號——比大多數雲端服務更有掌控感。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怎麼擁有一套?方案 A:自己一份(5 分鐘)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216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建立副本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2161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開我分享的專案,按「建立副本」,程式就是你的了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按一次部署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1762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照著說明點三下,取得自己的網址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136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1363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第一次開啟授權後,系統自動把資料庫建好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E8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24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每個人一份獨立系統、資料互不相通;適合想自己掌控、自己玩功能的人。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B:全校一個網址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4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A|各自一份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自己建立副本、自己部署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更新功能要自己重新複製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 Google 帳號都可以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B|學校網域共用網址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打開網址、授權一次就能用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管理端更新一次,全校即刻生效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用學校帳號,筆記仍然各自私有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建議:今天想試玩 → 方案 A;之後全校推廣 → 方案 B(重點:B 的筆記內容彼此看不到,只共用程式)。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誠實時間:它不擅長什麼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E8F4F5"/>
          </a:solidFill>
          <a:ln w="12700">
            <a:solidFill>
              <a:srgbClr val="BD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沒有即時多人共編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20440" y="11887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適合個人筆記與單向分享;要多人同時打字,請用 Google 文件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84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免費額度有上限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208483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個人使用綽綽有餘;不適合當全校幾千人的高流量系統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8950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E8F4F5"/>
          </a:solidFill>
          <a:ln w="12700">
            <a:solidFill>
              <a:srgbClr val="BD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809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手機用網頁版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8094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手機瀏覽器可以用(有手機版介面),但沒有原生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85616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D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770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 Google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877056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帳號在,資料就在;離開 Google 生態就要靠備份搬家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3566160"/>
            <a:ext cx="2560320" cy="2560320"/>
          </a:xfrm>
          <a:prstGeom prst="ellipse">
            <a:avLst/>
          </a:prstGeom>
          <a:solidFill>
            <a:srgbClr val="046A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想試試看?三步驟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掃描/點開我提供的「分享範例頁」,先感受閱讀端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042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跟我索取專案副本連結與五分鐘安裝說明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081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3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部署完成,今天就開始寫第一頁筆記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206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Q&amp;A|問題與討論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Google Apps Script 自建校園版 Notion</dc:title>
  <dc:subject>PptxGenJS Presentation</dc:subject>
  <dc:creator>研習分享</dc:creator>
  <cp:lastModifiedBy>研習分享</cp:lastModifiedBy>
  <cp:revision>1</cp:revision>
  <dcterms:created xsi:type="dcterms:W3CDTF">2026-07-07T14:19:39Z</dcterms:created>
  <dcterms:modified xsi:type="dcterms:W3CDTF">2026-07-07T14:19:39Z</dcterms:modified>
</cp:coreProperties>
</file>